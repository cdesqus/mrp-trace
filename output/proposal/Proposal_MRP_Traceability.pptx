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-182880"/>
            <a:ext cx="4754880" cy="7223760"/>
          </a:xfrm>
          <a:prstGeom prst="rect">
            <a:avLst/>
          </a:prstGeom>
          <a:solidFill>
            <a:srgbClr val="1D4ED8">
              <a:alpha val="8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868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PROPOSAL IMPLEMENTASI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MRP Traceability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94944" y="2907792"/>
            <a:ext cx="5394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</a:rPr>
              <a:t>Digitalisasi proses Sales Order, QC, Rework, Laser Marking, Packing, Finished Goods, Delivery, dan traceability end-to-end.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" y="3886200"/>
            <a:ext cx="5120640" cy="402336"/>
          </a:xfrm>
          <a:prstGeom prst="roundRect">
            <a:avLst>
              <a:gd name="adj" fmla="val 13636"/>
            </a:avLst>
          </a:prstGeom>
          <a:solidFill>
            <a:srgbClr val="1E3A8A">
              <a:alpha val="95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9684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Traceability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40280" y="396849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BFE"/>
                </a:solidFill>
              </a:rPr>
              <a:t>Serial, tray, box, dan delivery dapat ditelusuri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94944" y="4453128"/>
            <a:ext cx="5120640" cy="402336"/>
          </a:xfrm>
          <a:prstGeom prst="roundRect">
            <a:avLst>
              <a:gd name="adj" fmla="val 13636"/>
            </a:avLst>
          </a:prstGeom>
          <a:solidFill>
            <a:srgbClr val="1E3A8A">
              <a:alpha val="95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5354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Operational Control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40280" y="45354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BFE"/>
                </a:solidFill>
              </a:rPr>
              <a:t>Status WIP, QC, packing, dan delivery terlihat real-time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4944" y="5020056"/>
            <a:ext cx="5120640" cy="402336"/>
          </a:xfrm>
          <a:prstGeom prst="roundRect">
            <a:avLst>
              <a:gd name="adj" fmla="val 13636"/>
            </a:avLst>
          </a:prstGeom>
          <a:solidFill>
            <a:srgbClr val="1E3A8A">
              <a:alpha val="95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102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Audit Ready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40280" y="51023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BFE"/>
                </a:solidFill>
              </a:rPr>
              <a:t>PIC, waktu proses, dan aktivitas sistem terdokumentasi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43800" y="1051560"/>
            <a:ext cx="3840480" cy="4434840"/>
          </a:xfrm>
          <a:prstGeom prst="roundRect">
            <a:avLst>
              <a:gd name="adj" fmla="val 1905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BFDBFE">
                <a:alpha val="60000"/>
              </a:srgbClr>
            </a:solidFill>
            <a:prstDash val="solid"/>
          </a:ln>
        </p:spPr>
      </p:sp>
      <p:pic>
        <p:nvPicPr>
          <p:cNvPr id="17" name="Image 0" descr="C:\MRP_PackingList\output\proposal\screen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1298448"/>
            <a:ext cx="3429000" cy="21488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818120" y="3776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Prepared for Customer Presentation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81812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Scope: one-month implementation proposal and application overview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81812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MRP Traceability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Background &amp; Current Condition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1069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Kondisi awal customer saat proses masih manual dan belum memakai sistem terintegrasi.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73152" cy="3794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64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Kondisi Saat Ini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310896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Pencatatan Sales Order, produksi, QC, packing, dan delivery masih manual.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Identitas tray, serial, dan box rawan tidak konsisten antar proses.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Monitoring progress bergantung pada komunikasi operator dan dokumen terpisah.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Data historis sulit dicari kembali saat ada pertanyaan customer atau audit.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600200"/>
            <a:ext cx="73152" cy="379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64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Dampak Operasional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103120"/>
            <a:ext cx="310896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Risiko salah input dan duplikasi data.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Lead time investigasi lebih lama saat terjadi NG/rework/complaint.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Visibility WIP rendah: sulit tahu posisi barang ada di QC, laser, packing, FG, atau delivery.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Laporan performance dan traceability perlu rekap manual.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246120" cy="379476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00200"/>
            <a:ext cx="73152" cy="3794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7647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Kebutuhan Solusi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58200" y="2103120"/>
            <a:ext cx="28346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Sistem terpusat untuk mencatat transaksi produksi.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Traceability dari Sales Order sampai Delivery Order.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QC dan Rework yang terkontrol dengan PIC dan timestamp.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Dashboard untuk monitoring real-time dan laporan siap audit.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MRP Traceability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Tujuan Implementasi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1069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Membangun aplikasi operasional yang mempercepat proses, mengurangi risiko manual, dan meningkatkan traceability.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6479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Digital Process Control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4663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Mengubah proses manual menjadi workflow digital yang terstruktur per module.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0760" y="160020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1600200"/>
            <a:ext cx="73152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76479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End-to-End Traceability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103120"/>
            <a:ext cx="4663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Melacak hubungan SO, PO, tray, QC, rework, serial, small box, master box, FG, dan DO.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83464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83464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992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Quality Visibility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337560"/>
            <a:ext cx="4663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Memantau pass rate, NG category, open rework, dan histori QC per PIC.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283464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283464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9992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Operational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337560"/>
            <a:ext cx="4663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Memberikan ringkasan status WIP, fulfillment order, inventory FG, dan delivery readiness.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406908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069080"/>
            <a:ext cx="73152" cy="91440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33672"/>
            <a:ext cx="1037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Audit &amp; Accountability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572000"/>
            <a:ext cx="10378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Mencatat user/PIC, station, waktu transaksi, dan perubahan data penting.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MRP Traceability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Flow Apps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1069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Alur utama aplikasi dari order sampai delivery dan backward traceability.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8013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91109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52728" y="1783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Sales Order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52728" y="2057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Input demand customer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944368" y="2075688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160020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18013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91109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33088" y="1783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Production Setup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33088" y="2057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Generate production order dan tray cycle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824728" y="2075688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63640" y="160020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8232" y="18013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91109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13448" y="1783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Initial QC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13448" y="2057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OK masuk pass tray, NG masuk rework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8705088" y="2075688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0" y="160020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08592" y="18013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08592" y="191109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893808" y="1783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Laser Marking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893808" y="2057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Serialisasi unit komersial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02920" y="320040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" y="34015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51129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52728" y="3383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Packing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52728" y="3657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Small box dan master box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2944368" y="3675888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383280" y="320040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47872" y="34015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351129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33088" y="3383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Finished Goods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33088" y="3657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Stock tersedia untuk delivery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5824728" y="3675888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263640" y="320040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28232" y="34015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351129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13448" y="3383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Delivery Order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013448" y="3657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Assign dan ship barang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8705088" y="3675888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144000" y="320040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08592" y="34015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08592" y="351129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893808" y="3383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Traceability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893808" y="3657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Cari history dari serial/box/order</a:t>
            </a:r>
            <a:endParaRPr lang="en-US" sz="830" dirty="0"/>
          </a:p>
        </p:txBody>
      </p:sp>
      <p:pic>
        <p:nvPicPr>
          <p:cNvPr id="52" name="Image 0" descr="C:\MRP_PackingList\output\flowcharts\01-flow-utama-mr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4617720"/>
            <a:ext cx="99669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MRP Traceability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Flow QC, Rework, Packing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1069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Kontrol kualitas diposisikan sebelum serialisasi dan tetap menjaga jalur rework.</a:t>
            </a:r>
            <a:endParaRPr lang="en-US" sz="950" dirty="0"/>
          </a:p>
        </p:txBody>
      </p:sp>
      <p:pic>
        <p:nvPicPr>
          <p:cNvPr id="6" name="Image 0" descr="C:\MRP_PackingList\output\flowcharts\02-flow-qc-rework-pa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40080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60920" y="1417320"/>
            <a:ext cx="4160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60920" y="141732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581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Initial QC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0" y="1920240"/>
            <a:ext cx="3749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Operator memilih order, scan source tray, input actual qty, lalu record OK/NG per item.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60920" y="2743200"/>
            <a:ext cx="4160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60920" y="274320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29077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Rework QC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89520" y="3246120"/>
            <a:ext cx="3749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Item NG diberi rework label dan masuk rework tray. Setelah diperbaiki, operator scan label untuk pass rework.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360920" y="4069080"/>
            <a:ext cx="4160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60920" y="4069080"/>
            <a:ext cx="7315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Packing &amp; FG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89520" y="4572000"/>
            <a:ext cx="3749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Item yang sudah laser marked dipacking ke small box/master box, lalu menjadi finished goods siap delivery.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MRP Traceability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List Module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1069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Ruang lingkup module aplikasi yang disiapkan untuk proses operasional end-to-end.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44752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934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947672"/>
            <a:ext cx="3063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KPI operasional, WIP pipeline, quality snapshot, FG, dan delivery readiness.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144475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44752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0934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Master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947672"/>
            <a:ext cx="3063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Customer, product, packaging config, tray label, NG category.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75320" y="144475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444752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60934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Sales Order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1947672"/>
            <a:ext cx="3063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Input demand customer dan generate production order.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2560320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560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72491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Initial QC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063240"/>
            <a:ext cx="3063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Start QC session, record OK/NG, rework label, output tray.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34840" y="2560320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256032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72491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Rework QC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063240"/>
            <a:ext cx="3063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Lock rework tray, scan rework label, pass rework, release ke laser.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75320" y="2560320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256032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272491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Laser Marking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3063240"/>
            <a:ext cx="3063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Generate serial commercial dan kirim job ke laser device/simulator.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3675888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675888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840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Packing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4178808"/>
            <a:ext cx="3063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Small box, master box, label, dan packing completion.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34840" y="3675888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34840" y="3675888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840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Finished Goods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63440" y="4178808"/>
            <a:ext cx="3063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Stock FG, master box availability, allocation status.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275320" y="3675888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3675888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3840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Delivery Order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03920" y="4178808"/>
            <a:ext cx="3063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Create DO, assign master box, ship order.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4360" y="4791456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" y="4791456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95604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Traceability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22960" y="5294376"/>
            <a:ext cx="3063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Backward search by serial/box/order untuk audit dan complaint handling.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434840" y="4791456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34840" y="4791456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495604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User &amp; Role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663440" y="5294376"/>
            <a:ext cx="3063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Login, role-based access, permission per module.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275320" y="4791456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5320" y="4791456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03920" y="495604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Audit Log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503920" y="5294376"/>
            <a:ext cx="3063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Catatan transaksi mutasi, PIC, waktu, dan module terkait.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MRP Traceability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Timeline Implementasi 1 Bulan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1069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Rencana kerja ringkas untuk deployment awal, UAT, dan go-live.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23317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299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5786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Discovery &amp; Setup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127248"/>
            <a:ext cx="193852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Kickoff, finalisasi flow, mapping master data, setup environment, initial data template.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0440" y="187452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874520"/>
            <a:ext cx="233172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0299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85032" y="25786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Configuration &amp; Core Flow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85032" y="3127248"/>
            <a:ext cx="193852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Master data, sales order, QC flow, tray setup, laser/printing simulator, role access.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187452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874520"/>
            <a:ext cx="2331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20299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73952" y="25786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Integration &amp; UAT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73952" y="3127248"/>
            <a:ext cx="193852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Packing, finished goods, delivery, traceability, audit log, test scenario bersama user.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98280" y="187452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874520"/>
            <a:ext cx="23317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2872" y="20299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 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62872" y="25786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Training &amp; Go-Live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62872" y="3127248"/>
            <a:ext cx="193852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User training, data migration awal, parallel run, issue fixing, production go-live support.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" y="5349240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554"/>
                </a:solidFill>
              </a:rPr>
              <a:t>Output akhir: aplikasi siap demo/UAT, user training selesai, flow utama berjalan, dan dokumen issue list untuk improvement berikutnya.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MRP Traceability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Capture System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1069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Contoh tampilan aplikasi yang sudah tersedia untuk proses operasional.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07492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C:\MRP_PackingList\output\proposal\screen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0472"/>
            <a:ext cx="4928616" cy="1572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136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Dashboard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07492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1" descr="C:\MRP_PackingList\output\proposal\screenshots\initial-q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490472"/>
            <a:ext cx="4928616" cy="15727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0" y="3136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Initial QC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40080" y="3749040"/>
            <a:ext cx="507492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3" name="Image 2" descr="C:\MRP_PackingList\output\proposal\screenshots\rework-q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822192"/>
            <a:ext cx="4928616" cy="15727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54681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Rework QC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172200" y="3749040"/>
            <a:ext cx="507492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6" name="Image 3" descr="C:\MRP_PackingList\output\proposal\screenshots\laser-mark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822192"/>
            <a:ext cx="4928616" cy="15727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54681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Laser Marking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MRP Traceability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Capture: Dashboard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1069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Capture layar module aplikasi.</a:t>
            </a:r>
            <a:endParaRPr lang="en-US" sz="950" dirty="0"/>
          </a:p>
        </p:txBody>
      </p:sp>
      <p:pic>
        <p:nvPicPr>
          <p:cNvPr id="6" name="Image 0" descr="C:\MRP_PackingList\output\proposal\screen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498080" cy="46908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417320"/>
            <a:ext cx="3246120" cy="4690872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0" y="1417320"/>
            <a:ext cx="73152" cy="4690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1581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Highlights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49640" y="1920240"/>
            <a:ext cx="2834640" cy="4005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Menampilkan KPI order, QC, rework, finished goods, dan delivery due.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WIP pipeline membantu team melihat posisi pekerjaan saat ini.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Quality snapshot membantu monitoring trend OK/NG.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MRP Traceability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Capture: Initial QC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1069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Capture layar module aplikasi.</a:t>
            </a:r>
            <a:endParaRPr lang="en-US" sz="950" dirty="0"/>
          </a:p>
        </p:txBody>
      </p:sp>
      <p:pic>
        <p:nvPicPr>
          <p:cNvPr id="6" name="Image 0" descr="C:\MRP_PackingList\output\proposal\screenshots\initial-q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498080" cy="46908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417320"/>
            <a:ext cx="3246120" cy="4690872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0" y="1417320"/>
            <a:ext cx="73152" cy="4690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1581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Highlights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49640" y="1920240"/>
            <a:ext cx="2834640" cy="4005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Operator start QC session berdasarkan order dan source tray.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Record OK/NG per item dengan histori session.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Output tray dikonfirmasi sebelum item lanjut ke laser.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MRP Traceability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Capture: Rework QC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1069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Capture layar module aplikasi.</a:t>
            </a:r>
            <a:endParaRPr lang="en-US" sz="950" dirty="0"/>
          </a:p>
        </p:txBody>
      </p:sp>
      <p:pic>
        <p:nvPicPr>
          <p:cNvPr id="6" name="Image 0" descr="C:\MRP_PackingList\output\proposal\screenshots\rework-q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498080" cy="46908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417320"/>
            <a:ext cx="3246120" cy="4690872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0" y="1417320"/>
            <a:ext cx="73152" cy="4690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1581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Highlights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49640" y="1920240"/>
            <a:ext cx="2834640" cy="4005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Rework tray dapat dikunci per station.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Operator scan rework label untuk controlled return inspection.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Item yang lolos rework dilepas ke pass tray.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MRP Traceability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Capture: Packing &amp; Traceability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1069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Capture layar module aplikasi.</a:t>
            </a:r>
            <a:endParaRPr lang="en-US" sz="950" dirty="0"/>
          </a:p>
        </p:txBody>
      </p:sp>
      <p:pic>
        <p:nvPicPr>
          <p:cNvPr id="6" name="Image 0" descr="C:\MRP_PackingList\output\proposal\screenshots\pa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498080" cy="46908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417320"/>
            <a:ext cx="3246120" cy="4690872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0" y="1417320"/>
            <a:ext cx="73152" cy="4690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1581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Highlights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49640" y="1920240"/>
            <a:ext cx="2834640" cy="4005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Packing mengontrol small box dan master box.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Finished goods dapat dialokasikan ke delivery order.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- Traceability mendukung pencarian history produk.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Next Step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56692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BEAFE"/>
                </a:solidFill>
              </a:rPr>
              <a:t>1. Review flow dan scope module bersama customer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BEAFE"/>
                </a:solidFill>
              </a:rPr>
              <a:t>2. Konfirmasi data master dan format label/serial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BEAFE"/>
                </a:solidFill>
              </a:rPr>
              <a:t>3. Finalisasi timeline implementasi 1 bulan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BEAFE"/>
                </a:solidFill>
              </a:rPr>
              <a:t>4. Mulai kickoff project dan UAT scenario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0" y="118872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MRP Traceability System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35240" y="2359152"/>
            <a:ext cx="3063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Operational visibility, controlled quality process, and end-to-end product traceability.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3524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MRP Traceability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Implementasi MRP Traceability</dc:title>
  <dc:subject>Proposal Implementasi MRP Traceability</dc:subject>
  <dc:creator>MRP Traceability</dc:creator>
  <cp:lastModifiedBy>MRP Traceability</cp:lastModifiedBy>
  <cp:revision>1</cp:revision>
  <dcterms:created xsi:type="dcterms:W3CDTF">2026-07-09T07:14:58Z</dcterms:created>
  <dcterms:modified xsi:type="dcterms:W3CDTF">2026-07-09T07:14:58Z</dcterms:modified>
</cp:coreProperties>
</file>